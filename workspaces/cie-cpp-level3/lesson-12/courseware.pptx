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本课目标是发现并消除最后的不稳定。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复测不是重新看讲解。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逐项勾选，不把二维数组误当成三级新增点。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学生现场填写。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函数题最后快查。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学生口述一个递归过程。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防止用==比较字符数组内容。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复测第11课新增内容。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给题目贴模型标签。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避免i、j写反。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复杂代码先拆成小表格。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另外检查溢出与数组范围。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让学生再举一个例子。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独立完成并提交后再揭示。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独立完成并提交后再揭示。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独立完成并提交后再揭示。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与第11课题目不重复。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训练函数封装与整除判断。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训练递归终止与状态关系。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训练字符数组与类别状态。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训练枚举范围与去重。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训练模拟状态与终止。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训练二维坐标与边界。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这张清单带入第13课。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保存两次模考对照表。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1234440"/>
            <a:ext cx="65836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三级模考二：最后一次完整检查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822960" y="3063240"/>
            <a:ext cx="6766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非A复测 · 全考点快查 · 第二套模考 · 最终补缺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 rot="1500000">
            <a:off x="8595360" y="1005840"/>
            <a:ext cx="2468880" cy="2468880"/>
          </a:xfrm>
          <a:prstGeom prst="arc">
            <a:avLst/>
          </a:prstGeom>
          <a:solidFill>
            <a:srgbClr val="111827">
              <a:alpha val="0"/>
            </a:srgbClr>
          </a:solidFill>
          <a:ln w="1016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先复测第11课非A题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从空白文件开始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记录分析与调试时间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最小、边界、特殊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只有独立通过才是A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三级全考点最后清单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定义、调用、参数、返回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终止、缩小、返回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字符数组与cmath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枚举、模拟、完整程序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两次模考对照表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项目       模考一  模考二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客观正确数   __     __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编程A数量    __     __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边界错误数   __     __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超时题数     __     __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分数提高不等于能力稳定，还要看错误类型是否减少。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函数与参数：四个检查点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调用前是否可见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值还是引用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所有路径都有结果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一个函数做一件事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递归：三问必须同时回答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任何一问答不清，都先不要写递归代码。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字符数组：先看容量和结束标记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必须留出\0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strlen不含\0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复制与拼接先验容量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strcmp返回0才相等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数学函数：会用也要会判断风险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候选后整数验证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注意浮点精度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距离与差值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floor/ceil/round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枚举与模拟：先判断模型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候选有限，逐个验证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事件驱动，更新状态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边界和顺序都重要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候选空间 vs 过程状态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二维题：行列和边界最后核对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涉及相邻格时，先判断新坐标合法，再访问数组。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程序阅读：不要跳着猜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提交前六项检查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数量与类型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0、1、最大值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计数与状态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空格、换行、顺序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例题：先分类，再选择模型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题目要求“从1到n寻找所有满足条件的数”——候选有限，采用枚举；题目要求“按指令逐步移动坐标”——事件改变状态，采用模拟。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模考二客观题 1—4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函数声明`int f(int x);`能够告诉编译器什么？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引用参数可以让函数直接修改调用者传入的变量。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递归函数`f(n)`要可靠结束，最重要的是（ ）。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字符数组`char s[]="cat";`的`strlen(s)`是（ ）。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A：声明提供函数签名，使调用处能够通过编译。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T：引用形参是实参对象的别名。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B：终止条件与规模缩小缺一不可。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B：有效字符3个，结尾\0不计入长度。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模考二客观题 5—8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判断两个C风格字符串内容是否相等，应使用（ ）。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判断整数n是否为完全平方数，较稳妥的方法是（ ）。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枚举法解决问题时，第一步通常是（ ）。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模拟题中，同一事件涉及多个状态时，更新顺序可能影响结果。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模考二客观题 9—12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访问n行m列矩阵，合法下标是（ ）。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表达式`5/2`与`(double)5/2`的结果分别是（ ）。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循环`for(int i=0;i&lt;=n;i++) a[i]=0;`中，若数组长度为n，错误是（ ）。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提交程序前最有效的检查组合是（ ）。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A：行下标小于n，列下标小于m。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A：前者是整数除法，后者是浮点除法。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第二套6道编程题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模考二编程题 1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函数封装与整除判断。完整题面与评测请在Learn打开。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模考二编程题 2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递归终止与状态关系。完整题面与评测请在Learn打开。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模考二编程题 3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字符数组与类别状态。完整题面与评测请在Learn打开。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模考二编程题 4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枚举范围与去重。完整题面与评测请在Learn打开。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模考二编程题 5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模拟状态与终止。完整题面与评测请在Learn打开。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模考二编程题 6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二维坐标与边界。完整题面与评测请在Learn打开。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考前未闭环清单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记录题目编号或标题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知识、边界、实现、格式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24小时内完成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原题与变式均A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最后留下的不是答案，是检查流程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第13课只处理个人薄弱点与考试流程。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三级模考二：最后一次完整检查</dc:title>
  <dc:subject>lesson-12</dc:subject>
  <dc:creator>PilotDeck</dc:creator>
  <cp:lastModifiedBy>PilotDeck</cp:lastModifiedBy>
  <cp:revision>1</cp:revision>
  <dcterms:created xsi:type="dcterms:W3CDTF">2026-08-08T07:52:56Z</dcterms:created>
  <dcterms:modified xsi:type="dcterms:W3CDTF">2026-08-08T07:52:56Z</dcterms:modified>
</cp:coreProperties>
</file>