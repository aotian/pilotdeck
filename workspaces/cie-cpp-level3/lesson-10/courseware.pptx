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用座位表导入行列坐标。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不讲课时安排。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用2×3矩阵口述访问顺序。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让学生给题目贴模型标签。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必须补2×3测试。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复用画画题经验。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手算2×3转置。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先画坐标箭头再写公式。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公式必须通过四角检查。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学生说出上右下左。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用角、边、中间各问一次。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本课不要求原地旋转。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每人完成坐标映射表。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先答再显示。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先答再显示。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先答再显示。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最后两题为GESP4同考点提高。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训练二维规律与输出。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训练位置规律。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训练行列条件。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训练中心坐标与距离。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训练矩阵区域与变换。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训练八邻域统计。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给错误贴标签。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记录二维题薄弱项。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77240" y="1234440"/>
            <a:ext cx="65836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矩阵与规律：把位置关系写成下标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822960" y="3063240"/>
            <a:ext cx="67665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CBD5E1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二维遍历 · 图形规律 · 旋转映射 · 相邻统计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 rot="1500000">
            <a:off x="8595360" y="1005840"/>
            <a:ext cx="2468880" cy="2468880"/>
          </a:xfrm>
          <a:prstGeom prst="arc">
            <a:avLst/>
          </a:prstGeom>
          <a:solidFill>
            <a:srgbClr val="111827">
              <a:alpha val="0"/>
            </a:srgbClr>
          </a:solidFill>
          <a:ln w="101600">
            <a:solidFill>
              <a:srgbClr val="F9731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02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本课达标线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58368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能解释a[i][j]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手算旋转后位置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263640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0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四邻域和八邻域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二维规律和扫雷模型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03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二维数组是一张坐标表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58368" y="1417320"/>
            <a:ext cx="6583680" cy="448056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3556" tIns="3556" rIns="3556" bIns="355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for(int i=0;i&lt;n;i++)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for(int j=0;j&lt;m;j++)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visit(a[i][j]);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543800" y="1554480"/>
            <a:ext cx="3931920" cy="3931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外层换行，内层逐列；先确认n是行数、m是列数。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04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三类矩阵题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77240" y="1645920"/>
            <a:ext cx="106070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1965960"/>
            <a:ext cx="996696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角、边、中间格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转置、翻转、旋转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四邻域、八邻域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裁剪或局部扫描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05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非方阵最能暴露行列错误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58368" y="1417320"/>
            <a:ext cx="6583680" cy="448056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3556" tIns="3556" rIns="3556" bIns="355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a[2][3]={{1,2,3},{4,5,6}};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543800" y="1554480"/>
            <a:ext cx="3931920" cy="3931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2行3列：a[1][2]=6。只用方阵测试，i和j写反可能暂时不越界。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06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位置分类：先特殊后一般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822960" y="150876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6276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691640" y="148132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条件有重叠时，先判断范围更小、更特殊的位置。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07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转置：交换行列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58368" y="1417320"/>
            <a:ext cx="6583680" cy="448056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3556" tIns="3556" rIns="3556" bIns="355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b[j][i]=a[i][j];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543800" y="1554480"/>
            <a:ext cx="3931920" cy="3931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n×m转置后是m×n；转置不是旋转，因为元素方向没有反转。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08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顺时针旋转：新行来自原列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58368" y="1417320"/>
            <a:ext cx="6583680" cy="448056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3556" tIns="3556" rIns="3556" bIns="355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b[j][n-1-i]=a[i][j];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543800" y="1554480"/>
            <a:ext cx="3931920" cy="3931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原矩阵n×m，新矩阵m×n。先用四个角验证映射。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09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旋转映射的四角检查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822960" y="150876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6276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691640" y="148132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转到右上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260604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72491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691640" y="257860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转到右下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822960" y="370332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8221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691640" y="367588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转到左下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4800600"/>
            <a:ext cx="594360" cy="594360"/>
          </a:xfrm>
          <a:prstGeom prst="ellipse">
            <a:avLst/>
          </a:prstGeom>
          <a:solidFill>
            <a:srgbClr val="0F9F79"/>
          </a:solidFill>
          <a:ln w="12700">
            <a:solidFill>
              <a:srgbClr val="0F9F7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9194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4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691640" y="477316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转到左上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10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四邻域：方向数组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58368" y="1417320"/>
            <a:ext cx="6583680" cy="448056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3556" tIns="3556" rIns="3556" bIns="355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dr[4]={-1,0,1,0};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dc[4]={0,1,0,-1};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543800" y="1554480"/>
            <a:ext cx="3931920" cy="3931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每个方向先算nr、nc，合法后再访问。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11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八邻域：3×3去掉中心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58368" y="1417320"/>
            <a:ext cx="6583680" cy="448056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3556" tIns="3556" rIns="3556" bIns="355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for(int di=-1;di&lt;=1;di++)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for(int dj=-1;dj&lt;=1;dj++){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if(di==0&amp;&amp;dj==0)continue;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543800" y="1554480"/>
            <a:ext cx="3931920" cy="3931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边角格邻居更少，不能默认都有8个。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12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新旧矩阵要分开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822960" y="150876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6276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691640" y="148132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每个原值只读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260604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72491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691640" y="257860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按映射写新位置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822960" y="370332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8221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691640" y="367588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再输出或复制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4800600"/>
            <a:ext cx="594360" cy="594360"/>
          </a:xfrm>
          <a:prstGeom prst="ellipse">
            <a:avLst/>
          </a:prstGeom>
          <a:solidFill>
            <a:srgbClr val="0F9F79"/>
          </a:solidFill>
          <a:ln w="12700">
            <a:solidFill>
              <a:srgbClr val="0F9F7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9194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4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691640" y="477316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不破坏尚未读取的值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13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例题：手算2×3顺时针旋转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58368" y="1417320"/>
            <a:ext cx="6583680" cy="448056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lIns="3556" tIns="3556" rIns="3556" bIns="3556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1 2 3      4 1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5 6  →   5 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6 3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543800" y="1554480"/>
            <a:ext cx="3931920" cy="3931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输出变为3行2列；用(0,0)→(0,1)验证。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14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随堂练习 1—4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58368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访问n行m列矩阵所有元素，正确循环范围是？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矩阵a[i][j]中，i通常表示行下标，j表示列下标。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n×m矩阵顺时针旋转后，新矩阵尺寸是？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顺时针旋转时，原位置(i,j)常映射到？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263640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0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A：行下标0到n-1，列下标0到m-1。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T：先行后列是常用约定。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B：行列数量交换。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A：新行来自原列，新列由原行反向得到。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15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随堂练习 5—8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822960" y="150876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6276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691640" y="148132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转置只交换行列，不等同于顺时针旋转。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260604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72491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691640" y="257860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统计上下左右相邻格时，最多检查几个方向？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822960" y="370332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8221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691640" y="367588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统计八邻域时，偏移量di、dj通常取？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4800600"/>
            <a:ext cx="594360" cy="594360"/>
          </a:xfrm>
          <a:prstGeom prst="ellipse">
            <a:avLst/>
          </a:prstGeom>
          <a:solidFill>
            <a:srgbClr val="0F9F79"/>
          </a:solidFill>
          <a:ln w="12700">
            <a:solidFill>
              <a:srgbClr val="0F9F7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9194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4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691640" y="477316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访问相邻格前必须先判断新行列是否在矩阵范围内。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16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随堂练习 9—12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77240" y="1645920"/>
            <a:ext cx="106070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1965960"/>
            <a:ext cx="996696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输出字符图形时，角同时属于两条边，应当？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矩阵变换需要读取旧值并写新位置时，最稳妥的是？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矩阵题测试数据应包含1行、1列和非方阵。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调试矩阵程序最有效的方法之一是？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B：特殊位置优先可避免条件冲突。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B：新旧矩阵分离避免覆盖未读取数据。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17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6道编程题作战流程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58368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263640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0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18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编程挑战 1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822960" y="150876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6276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691640" y="148132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完整题面与评测请在Learn打开。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19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编程挑战 2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77240" y="1645920"/>
            <a:ext cx="106070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1965960"/>
            <a:ext cx="996696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完整题面与评测请在Learn打开。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20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编程挑战 3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58368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完整题面与评测请在Learn打开。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263640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0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21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编程挑战 4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822960" y="150876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6276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691640" y="148132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完整题面与评测请在Learn打开。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22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编程挑战 5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77240" y="1645920"/>
            <a:ext cx="106070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1965960"/>
            <a:ext cx="996696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完整题面与评测请在Learn打开。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23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编程挑战 6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58368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完整题面与评测请在Learn打开。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263640" y="150876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0" y="1828800"/>
            <a:ext cx="4617720" cy="3657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24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矩阵调试清单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822960" y="150876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6276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691640" y="148132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用2×3检查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22960" y="260604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72491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691640" y="257860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检查四个角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822960" y="3703320"/>
            <a:ext cx="594360" cy="59436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8221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</a:t>
            </a: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1691640" y="367588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先判断nr,nc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4800600"/>
            <a:ext cx="594360" cy="594360"/>
          </a:xfrm>
          <a:prstGeom prst="ellipse">
            <a:avLst/>
          </a:prstGeom>
          <a:solidFill>
            <a:srgbClr val="0F9F79"/>
          </a:solidFill>
          <a:ln w="12700">
            <a:solidFill>
              <a:srgbClr val="0F9F7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9194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FFFF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4</a:t>
            </a: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691640" y="4773168"/>
            <a:ext cx="960120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使用新矩阵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C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368" y="292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童澄课堂 · 25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58368" y="6583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先画坐标，再写循环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777240" y="1645920"/>
            <a:ext cx="1060704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97280" y="1965960"/>
            <a:ext cx="996696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72033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下一课进入综合编程满分清库。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8368" y="64739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童澄未来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iragino Sans GB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iragino Sans GB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矩阵与规律：把位置关系写成下标</dc:title>
  <dc:subject>lesson-10</dc:subject>
  <dc:creator>PilotDeck</dc:creator>
  <cp:lastModifiedBy>PilotDeck</cp:lastModifiedBy>
  <cp:revision>1</cp:revision>
  <dcterms:created xsi:type="dcterms:W3CDTF">2026-08-08T06:44:47Z</dcterms:created>
  <dcterms:modified xsi:type="dcterms:W3CDTF">2026-08-08T06:44:47Z</dcterms:modified>
</cp:coreProperties>
</file>