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先让学生看清今天要复习和检测什么。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学生逐项标记会、易错、不会。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学生端必须明确列出复习内容。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只记录事实，不用分数掩盖能力。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补齐三级明确考点。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每个函数口算一个例子。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提醒1LL避免乘法溢出。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不要把pow误教成所有幂运算的唯一方案。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用负数再追问一次方向。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连接矩阵与坐标题。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补齐二级累计基础。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形成可重复的检查动作。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学生用n=16、15、1000000验证。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独立完成后再点击显示答案。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独立完成后再点击显示答案。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独立完成后再点击显示答案。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整卷练习不展示完整题面，只跳转Learn。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训练函数与数位分解。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训练递归终止与返回。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训练字符串与循环移动。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训练数学函数与枚举。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训练模拟与状态更新。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训练二维规律与输出。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登记错因与复测日期。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保留本次非A清单。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77240" y="1234440"/>
            <a:ext cx="65836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三级模考一：先补缺，再整卷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822960" y="3063240"/>
            <a:ext cx="67665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CBD5E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数学库函数 · 类型转换 · 全考点复习 · 独立编程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 rot="1500000">
            <a:off x="8595360" y="1005840"/>
            <a:ext cx="2468880" cy="2468880"/>
          </a:xfrm>
          <a:prstGeom prst="arc">
            <a:avLst/>
          </a:prstGeom>
          <a:solidFill>
            <a:srgbClr val="111827">
              <a:alpha val="0"/>
            </a:srgbClr>
          </a:solidFill>
          <a:ln w="101600">
            <a:solidFill>
              <a:srgbClr val="F9731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02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学生复习地图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58368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定义、调用、值与引用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终止、返回、四个库函数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263640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0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候选、状态、终止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行列、映射、相邻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03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本次模考复习清单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22960" y="150876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6276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691640" y="148132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函数：输入、输出、参数与返回值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260604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7249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691640" y="257860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递归：终止条件、规模缩小、返回关系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22960" y="370332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8221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691640" y="367588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字符数组：\0与strlen/strcpy/strcat/strcmp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4800600"/>
            <a:ext cx="594360" cy="594360"/>
          </a:xfrm>
          <a:prstGeom prst="ellipse">
            <a:avLst/>
          </a:prstGeom>
          <a:solidFill>
            <a:srgbClr val="0F9F79"/>
          </a:solidFill>
          <a:ln w="12700">
            <a:solidFill>
              <a:srgbClr val="0F9F7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9194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4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691640" y="477316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算法：枚举候选、模拟状态、二维边界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04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先给自己做一次诊断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77240" y="1645920"/>
            <a:ext cx="106070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965960"/>
            <a:ext cx="996696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能独立写并调试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24小时内复写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关闭答案重写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降阶后再回原题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05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数学库函数从头文件开始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1417320"/>
            <a:ext cx="6583680" cy="448056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3556" tIns="3556" rIns="3556" bIns="355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&lt;cmath&gt;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a=sqrt(81);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b=pow(2,5);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543800" y="1554480"/>
            <a:ext cx="3931920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先确认定义域、返回类型和是否需要精确整数运算。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06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六个常用数学函数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22960" y="150876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6276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691640" y="148132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平方根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260604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7249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691640" y="257860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a的b次方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22960" y="370332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8221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691640" y="367588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绝对值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4800600"/>
            <a:ext cx="594360" cy="594360"/>
          </a:xfrm>
          <a:prstGeom prst="ellipse">
            <a:avLst/>
          </a:prstGeom>
          <a:solidFill>
            <a:srgbClr val="0F9F79"/>
          </a:solidFill>
          <a:ln w="12700">
            <a:solidFill>
              <a:srgbClr val="0F9F7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9194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4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691640" y="477316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三种取整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07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sqrt：平方根与边界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1417320"/>
            <a:ext cx="6583680" cy="448056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3556" tIns="3556" rIns="3556" bIns="355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r=(int)sqrt(n);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square=(1LL*r*r==n);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543800" y="1554480"/>
            <a:ext cx="3931920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平方根返回浮点数；验证完全平方数时再用整数乘法核对。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08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pow：方便，但不是万能整数运算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1417320"/>
            <a:ext cx="6583680" cy="448056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3556" tIns="3556" rIns="3556" bIns="355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x=pow(2,10);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long y=1LL*n*n;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543800" y="1554480"/>
            <a:ext cx="3931920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需要精确整数平方时优先整数乘法；还要检查数据范围。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09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floor、ceil、round不要混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22960" y="150876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6276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691640" y="148132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向下取整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260604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7249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691640" y="257860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向上取整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22960" y="370332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8221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691640" y="367588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四舍五入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4800600"/>
            <a:ext cx="594360" cy="594360"/>
          </a:xfrm>
          <a:prstGeom prst="ellipse">
            <a:avLst/>
          </a:prstGeom>
          <a:solidFill>
            <a:srgbClr val="0F9F79"/>
          </a:solidFill>
          <a:ln w="12700">
            <a:solidFill>
              <a:srgbClr val="0F9F7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9194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4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691640" y="477316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直接截断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10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abs：距离问题的常用工具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1417320"/>
            <a:ext cx="6583680" cy="448056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3556" tIns="3556" rIns="3556" bIns="355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d=abs(x1-x2)+abs(y1-y2);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543800" y="1554480"/>
            <a:ext cx="3931920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绝对值常用于数轴距离、坐标差和误差判断。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11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类型转换决定除法结果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1417320"/>
            <a:ext cx="6583680" cy="448056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3556" tIns="3556" rIns="3556" bIns="355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7/2 == 3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(double)7/2 == 3.5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543800" y="1554480"/>
            <a:ext cx="3931920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先看参与运算的类型，再判断结果；浮点转整数会截去小数部分。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12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整卷程序阅读检查顺序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22960" y="150876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6276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691640" y="148132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遇到函数调用先写实参、形参、返回值；遇到循环先写合法范围。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13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例题：完全平方数判断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1417320"/>
            <a:ext cx="6583680" cy="448056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3556" tIns="3556" rIns="3556" bIns="355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r=(int)sqrt(n);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if(1LL*r*r==n) cout&lt;&lt;"YES";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543800" y="1554480"/>
            <a:ext cx="3931920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步骤：求近似平方根 → 转成整数候选 → 用整数乘法验证。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14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模考客观题 1—4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58368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`sqrt(81)`的返回结果是（ ）。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表达式`pow(2,5)`的值是（ ）。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计算较大整数的精确平方时，可以始终放心地用`pow(x,2)`代替`x*x`。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`abs(-7)`的值是（ ）。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263640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0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A：平方根为9，`sqrt`返回浮点类型。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C：2的5次方是32。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F：`pow`使用浮点运算，精确整数运算优先使用整数乘法并注意溢出。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C：绝对值表示到0的距离。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15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模考客观题 5—8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22960" y="150876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6276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691640" y="148132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`floor(3.8)`的结果是（ ）。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260604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7249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691640" y="257860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`ceil(3.2)`的结果是（ ）。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22960" y="370332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8221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691640" y="367588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`round(3.5)`的结果是（ ）。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4800600"/>
            <a:ext cx="594360" cy="594360"/>
          </a:xfrm>
          <a:prstGeom prst="ellipse">
            <a:avLst/>
          </a:prstGeom>
          <a:solidFill>
            <a:srgbClr val="0F9F79"/>
          </a:solidFill>
          <a:ln w="12700">
            <a:solidFill>
              <a:srgbClr val="0F9F7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9194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4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691640" y="477316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执行`int x=3.9;`后，x的值是（ ）。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16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模考客观题 9—12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77240" y="1645920"/>
            <a:ext cx="106070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965960"/>
            <a:ext cx="996696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表达式`(double)7/2`的值是（ ）。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递归函数必须有可达的终止条件，并且每次调用应更接近终止条件。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比较两个C风格字符串字典序，应优先使用（ ）。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候选数量有限并逐个检查是否合法，主要属于（ ）。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C：先把7转为double，再进行浮点除法。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T：这是递归能够停止的两个基本条件。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17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6道编程题：覆盖六个核心模块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58368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263640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0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18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模考编程题 1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22960" y="150876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6276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691640" y="148132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函数与数位分解。完整题面与评测请在Learn打开。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19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模考编程题 2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77240" y="1645920"/>
            <a:ext cx="106070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965960"/>
            <a:ext cx="996696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递归终止与返回。完整题面与评测请在Learn打开。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20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模考编程题 3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58368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字符串与循环移动。完整题面与评测请在Learn打开。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263640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0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21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模考编程题 4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22960" y="150876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6276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691640" y="148132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数学函数与枚举。完整题面与评测请在Learn打开。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22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模考编程题 5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77240" y="1645920"/>
            <a:ext cx="106070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965960"/>
            <a:ext cx="996696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模拟与状态更新。完整题面与评测请在Learn打开。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23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模考编程题 6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58368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二维规律与输出。完整题面与评测请在Learn打开。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263640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0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24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模考订正：不要只抄正确答案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22960" y="150876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6276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691640" y="148132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补定义与反例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260604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7249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691640" y="257860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补最小与极值数据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22960" y="370332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8221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691640" y="367588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关闭答案重写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4800600"/>
            <a:ext cx="594360" cy="594360"/>
          </a:xfrm>
          <a:prstGeom prst="ellipse">
            <a:avLst/>
          </a:prstGeom>
          <a:solidFill>
            <a:srgbClr val="0F9F79"/>
          </a:solidFill>
          <a:ln w="12700">
            <a:solidFill>
              <a:srgbClr val="0F9F7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9194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4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691640" y="477316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进入24小时复写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25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复习不是再看一遍，是再独立做对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77240" y="1645920"/>
            <a:ext cx="106070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965960"/>
            <a:ext cx="996696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第12课进行第二次模考与最终补缺。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iragino Sans GB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 GB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三级模考一：先补缺，再整卷</dc:title>
  <dc:subject>lesson-11</dc:subject>
  <dc:creator>PilotDeck</dc:creator>
  <cp:lastModifiedBy>PilotDeck</cp:lastModifiedBy>
  <cp:revision>1</cp:revision>
  <dcterms:created xsi:type="dcterms:W3CDTF">2026-08-08T07:06:07Z</dcterms:created>
  <dcterms:modified xsi:type="dcterms:W3CDTF">2026-08-08T07:06:07Z</dcterms:modified>
</cp:coreProperties>
</file>