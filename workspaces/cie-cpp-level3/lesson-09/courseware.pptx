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用棋子移动或记分牌导入。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只讲学生能做到什么。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对比枚举与模拟。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板书状态—操作—终止。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让学生补下一行。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用10:10、11:10、12:10追问。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强调坐标约定不同。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学生口述方向编号。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对比先移动再撤销。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用画画题验证。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数组清零重点追问。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用[2,3,4]手算两轮。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先画状态表。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先作答再显示。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先作答再显示。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先作答再显示。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编程前口述状态与终止。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真实Tiku题目；训练位置分类与字符图形输出。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真实Tiku题目；训练二维位置规律与输出。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真实Tiku题目；训练行列条件与图形模拟。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真实Tiku题目；训练得分规则与阶段状态。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真实Tiku题目；训练多状态更新与循环不变量。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真实Tiku题目；训练二维坐标与条件判断。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给非A程序贴错误标签。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记录四类薄弱项。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234440"/>
            <a:ext cx="65836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模拟法：让状态按规则一步步变化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822960" y="3063240"/>
            <a:ext cx="6766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得分 · 坐标 · 方向 · 多状态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 rot="1500000">
            <a:off x="8595360" y="1005840"/>
            <a:ext cx="2468880" cy="2468880"/>
          </a:xfrm>
          <a:prstGeom prst="arc">
            <a:avLst/>
          </a:prstGeom>
          <a:solidFill>
            <a:srgbClr val="111827">
              <a:alpha val="0"/>
            </a:srgbClr>
          </a:solidFill>
          <a:ln w="1016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本课达标线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指出每个变量表示什么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按题目顺序改变状态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处理起点、终点与越界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知识竞赛/移动坐标达到A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什么是模拟法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当前全部关键信息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一次输入如何改变状态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何时停止并输出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初态到终态的变化序列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模拟三问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动手前先回答三问现在是什么状态？→本步做什么？→何时结束？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状态表：最可靠的草稿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input row col dir score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-     2   3   0  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R     2   3   1  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F     2   4   1   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每行记录一次操作后的状态，第一处不同就是错误起点。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得分模拟：更新后立刻判定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(winner == 'A') ++scoreA;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++scoreB;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(scoreA &gt;= target &amp;&amp; scoreA-scoreB &gt;= 2) finished=true;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先加分，再检查“至少”和“领先”。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坐标先约定，再更新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row向下、col向右增加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x向右、y向上增加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严格按题意约定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手算向上和向右各一步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方向数组：四个方向统一写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dr[4]={-1,0,1,0};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dc[4]={0,1,0,-1};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row+=dr[dir]; col+=dc[dir];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0上1右2下3左；顺时针：dir=(dir+1)%4。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边界判断要在正确时机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nr=row+dr[dir], nc=col+dc[dir];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if(0&lt;=nr &amp;&amp; nr&lt;n &amp;&amp; 0&lt;=nc &amp;&amp; nc&lt;m){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row=nr; col=nc;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先算候选，再判断，最后移动。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位置分类：特殊情况优先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角同时属于两条边，所以优先判断角。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多状态：新旧状态不要混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后续可能读到本轮新值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先算next再覆盖current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整轮读old写next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每轮结束必须保持的事实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数组清零：每轮三个动作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while(!allZero){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findRightmostMaximum();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findMinimumPositive();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a[maxPos]-=minPositive; ++operations;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每轮都要重新寻找。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例题：知识竞赛记分牌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A分、B分、当前题号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答对方或无人得分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按规则增加或扣除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题目用完或提前获胜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每读一个事件，只完成一次状态转移。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随堂练习 1—4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模拟法解决问题时，最先应明确什么？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只要程序按题意逐步执行，就不需要检查状态更新的先后顺序。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按行列坐标约定，点(row,col)向右移动1格应如何更新？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dx={-1,0,1,0}、dy={0,1,0,-1}中，下标1表示？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A：模拟的核心是定义状态、操作和更新顺序。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F：同一轮中先后顺序可能改变后续读取到的状态。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C：向右移动使列号增加。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B：变化量是(0,1)，表示向右。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随堂练习 5—8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0上1右2下3左时，顺时针转向可写dir=(dir+1)%4。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模拟比赛得分时，一方得1分后最稳妥的操作是？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while(!finished)中的finished最适合表示？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多个最大值并列且要求取下标最大者时，扫描可用&gt;=更新位置。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随堂练习 9—12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字符图形中角、边、中间区域的合理判断顺序是？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每轮读取旧状态并统一生成新状态，最安全的是？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模拟程序只测试普通数据即可，边界状态不影响答案。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检查模拟程序最有效的手工方法是？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B：角同时属于两条边，必须优先判断。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B：新旧状态分离避免本轮污染。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6道编程题统一作战流程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1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完整题面、样例和在线评测请在 Learn 中打开。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完整题面、样例和在线评测请在 Learn 中打开。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3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完整题面、样例和在线评测请在 Learn 中打开。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4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完整题面、样例和在线评测请在 Learn 中打开。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5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完整题面、样例和在线评测请在 Learn 中打开。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6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完整题面、样例和在线评测请在 Learn 中打开。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模拟调试清单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遗漏分数方向或阶段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本轮更新污染后续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第一步最后一步越界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少一轮多一轮死循环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每一步都正确，最终状态才可信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下一课进入矩阵与规律。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模拟法：让状态按规则一步步变化</dc:title>
  <dc:subject>lesson-09</dc:subject>
  <dc:creator>PilotDeck</dc:creator>
  <cp:lastModifiedBy>PilotDeck</cp:lastModifiedBy>
  <cp:revision>1</cp:revision>
  <dcterms:created xsi:type="dcterms:W3CDTF">2026-08-08T07:51:31Z</dcterms:created>
  <dcterms:modified xsi:type="dcterms:W3CDTF">2026-08-08T07:51:31Z</dcterms:modified>
</cp:coreProperties>
</file>