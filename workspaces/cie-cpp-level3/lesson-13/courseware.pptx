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本课不讲超纲新知识。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学生可截屏或抄写为考前笔记。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先建立时间预算。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让学生指出返回类型、函数名、形参和实参。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引用符号写在形参类型后。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程序阅读题常从调用顺序和作用域设陷阱。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三项缺一不可。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要求学生画出sum(4)调用链。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区分数组容量和当前字符串长度。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这是学生板书必记页。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字符函数处理负char时先转unsigned char更稳妥。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解释1LL用于避免int乘法溢出。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数组越界可能编译通过但运行结果不可靠。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边角位置最容易暴露错误。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估算循环次数，避免无意义的高层循环。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模拟题不是照抄文字，要先定义状态。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连接密码强度等真实题型。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程序正确但格式不符也可能不得分。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类型是在运算发生前决定的。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选择题也要留下推理痕迹。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只测样例不等于完成测试。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错题必须按原因分类。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正式学生入口也会在Learn页面显示“开始整卷练习”。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不得只抄正确答案。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保存成绩与复测证据。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不逐题报答案，按错误类型讲评。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编程得分必须来自真实OJ状态。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第13课使用两卷对照；第12课先建立基线。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补给题来自Tiku，不回退旧Teach problems。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确认每位学生都有明确的复测题目与时间。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1234440"/>
            <a:ext cx="65836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三级全真模拟二：最终清库与稳定得分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822960" y="3063240"/>
            <a:ext cx="6766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复测第一套错题，完成第二套整卷，把知识、边界、实现和格式错误清零。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 rot="1500000">
            <a:off x="8595360" y="1005840"/>
            <a:ext cx="2468880" cy="2468880"/>
          </a:xfrm>
          <a:prstGeom prst="arc">
            <a:avLst/>
          </a:prstGeom>
          <a:solidFill>
            <a:srgbClr val="111827">
              <a:alpha val="0"/>
            </a:srgbClr>
          </a:solidFill>
          <a:ln w="1016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这不是提纲课：每个知识点要写清四件事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它是什么、解决什么问题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标准写法与参数含义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变量怎样变化、结果怎样得到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边界、类型、返回和格式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整卷结构与计分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每题2分，共20分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每题30分，共60分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120分钟，总分100分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课程采用总纲确定的10选择＋10判断＋2编程结构；当次正式考试以准考证与通知为准。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函数：定义、声明与调用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返回类型 函数名(参数表);          // 声明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返回类型 函数名(参数表) { ... }  // 定义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结果变量 = 函数名(实参);         // 调用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定义：函数是完成一个明确任务、可以重复调用的代码块。调用前，编译器必须已经看见声明或完整定义。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函数参数：值传递与引用传递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swap2(int &amp;a, int &amp;b) { int t=a; a=b; b=t; }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把实参的值复制给形参；函数内修改x，不改变原变量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形参是实参的别名；修改x会直接修改原变量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交换数据、返回多个结果、避免复制大对象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引用会产生副作用，调用前要知道哪些变量可能改变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返回值、作用域与函数重载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结束本次函数调用，并把结果交回调用处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非void函数的所有可能路径都应返回合法值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只在所在代码块内有效，离开作用域即失效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同名函数的参数列表必须不同，不能只靠返回类型区分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递归：函数直接或间接调用自己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sum(int n)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 == 0) return 0;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 + sum(n - 1);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递归适用：大问题可以变成结构相同、规模更小的问题。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递归追踪：向下调用，向上返回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sum(3)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3 + sum(2)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3 + 2 + sum(1)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3 + 2 + 1 + sum(0)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3 + 2 + 1 + 0 = 6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调用时先暂停当前层；最小问题得到结果后，才逐层恢复并计算。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字符数组：容量、长度和结束标记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s[6] = "hello";  // 5个字符 + 1个\0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char数组用连续字符保存C风格字符串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字符串末尾必须有\0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char s[10]最多安全保存9个可见字符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strlen只数\0之前的字符，不包含\0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常用字符串函数：必须会写函数原型和条件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&lt;cstring&gt;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返回有效字符个数，不含\0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复制src到dst；dst容量必须足够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把src接到dst末尾；容量≥两串长度+1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返回0表示内容相等；负/正表示字典序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字符分类与大小写转换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&lt;cctype&gt;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(isdigit((unsigned char)ch)) digits++;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是否为数字字符0—9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是否为英文字母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判断小写/大写字母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转换大小写并返回转换后的字符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cmath常用函数与整数验证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r=(int)sqrt(n);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square = 1LL*r*r == n;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平方根，返回浮点结果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a的b次幂，返回浮点结果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向下取整 / 向上取整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四舍五入 / 绝对值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浮点函数用于找候选，整数运算用于精确验证。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一维数组：合法下标与初始化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a[100] = {};        // 全部初始化为0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i=0; i&lt;n; ++i) cin &gt;&gt; a[i];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合法下标：长度为n时只能访问0到n-1。循环条件写成i&lt;n，不是i&lt;=n。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最值初始化可用第一个有效元素，避免用0导致全负数据错误。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二维数组：先行后列，先判断再访问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i=0; i&lt;n; ++i)       // n行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j=0; j&lt;m; ++j)     // m列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visit(a[i][j]);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访问相邻格(nr,nc)前必须检查：0≤nr&lt;n 且 0≤nc&lt;m。测试时一定加入非方阵，防止把n、m写反。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枚举法：列出所有候选并逐个验证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for(int i=1;i&lt;=n;i++) if(check(i)) ...;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候选数量有限，可以完整检查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确定不重不漏的枚举范围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为每个候选写正确判定条件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通过i&lt;j或i&lt;j&lt;k限制顺序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模拟法：把题目规则翻译成状态更新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描述当前局面所需的最少变量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每读入一个操作，发生什么变化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后一步用旧状态还是新状态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何时停止，停止前后是否还要输出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建议先画状态表：步骤、输入、旧状态、新状态、输出。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字符串扫描：一次循环维护多个计数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i=0; s[i]!='\0'; ++i)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ch=s[i];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(isdigit((unsigned char)ch)) digit++;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(isupper((unsigned char)ch)) upper++;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(islower((unsigned char)ch)) lower++;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分类条件通常互斥时使用if—else if，避免同一字符被重复统计。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输入输出：空格也属于数据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读取到空白字符前停止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读取一整行，可包含空格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混用cin和getline时先处理输入缓冲区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空格、换行、顺序都属于答案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整数类型、除法和溢出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2          // 2，整数除法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(double)5 / 2  // 2.5，浮点除法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1LL * a * b    // 先提升为long long再乘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看到乘法、累加、平方和时先估算最大值；需要时使用long long。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程序阅读：四步追踪法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循环和递归都不要凭感觉猜结果。循环写迭代表；递归写调用与返回链。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提交前测试：至少覆盖五类数据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n=0或n=1，空串或单字符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符合题意的典型数据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数组末端、最大输入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全相同、全负、无答案、多个答案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常见错误诊断表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头文件、分号、括号、函数声明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越界、除0、递归不终止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初始化、条件、更新顺序、类型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空格、换行、大小写、输出次数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开始全真模拟卷（二）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10选择＋10判断＋2编程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100分；客观40分，编程60分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关闭笔记，独立完成，记录卡点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按四类错因整理错题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整卷完成后的复盘单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不知道定义或函数含义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范围、下标、终止条件遗漏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状态、顺序、变量更新错误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输入输出和提交要求不符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本课完成标准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两套卷都完成后，只保留仍未闭环的个人薄弱点。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教师讲评：客观题只讲错误集中点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先追调用与返回，再判断结果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先确认头文件、返回值和容量条件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先说清候选或状态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用最小和末端数据现场反证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教师讲评：编程题评分证据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读题、建模、边界、代码、评测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先保可得分部分，再完善特殊数据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独立完成且OJ通过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记录提示级别，24小时内复测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教师讲评：两卷对照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指标          模拟一   模拟二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客观正确数      __      __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编程通过数      __      __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边界错误数      __      __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完成用时        __      __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关注错误类型是否减少，不只比较总分。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教师分层补给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函数、循环、数组下标、输入输出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递归、字符数组、枚举与模拟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二维边界、综合调试、满分检查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连续两道同类题独立A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30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教师收课：把分数变成下一步行动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成绩只是结果，错因才决定下一步收成绩→看证据→分错因→定复测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三级全真模拟二：最终清库与稳定得分</dc:title>
  <dc:subject>lesson-13</dc:subject>
  <dc:creator>PilotDeck</dc:creator>
  <cp:lastModifiedBy>PilotDeck</cp:lastModifiedBy>
  <cp:revision>1</cp:revision>
  <dcterms:created xsi:type="dcterms:W3CDTF">2026-08-08T11:27:12Z</dcterms:created>
  <dcterms:modified xsi:type="dcterms:W3CDTF">2026-08-08T11:27:12Z</dcterms:modified>
</cp:coreProperties>
</file>