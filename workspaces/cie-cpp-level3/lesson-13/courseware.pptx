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第13课不再扩展新难度，只做三级范围内的稳定化。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强调稳定性，不追求超纲题。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请学生分别举出一个适合函数和递归的任务。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内容比较必须使用strcmp，不使用==。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只保留三级要求和程序判断常见风险。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不引入搜索、动态规划等超出本课目标的模型。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二维内容用于综合应用，难度不超过GESP四级。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第12课未闭环清单在此完成。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不是所有学生都必须按同一顺序做6题。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让学生解释为什么使用1LL。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可用密码强度题连接字符数组和模拟。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课堂按真实考试节奏执行。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进入客观练习前先建立操作流程。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提交Tiku后再点击显示答案。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提交Tiku后再点击显示答案。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提交Tiku后再点击显示答案。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教师按学生薄弱点安排4—6题。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训练函数与数位分解。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训练递归终止与状态关系。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训练字符数组与类别状态。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训练数学函数与枚举。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训练模拟与状态更新。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训练二维坐标与边界。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让每位学生保留一张自己的检查卡。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收集最终成绩与个人待复测清单。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234440"/>
            <a:ext cx="65836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最终冲刺：把会做变成稳定得分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822960" y="3063240"/>
            <a:ext cx="67665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个人清库 · 全考点复盘 · 最终限时卷 · 考场流程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 rot="1500000">
            <a:off x="8595360" y="1005840"/>
            <a:ext cx="2468880" cy="2468880"/>
          </a:xfrm>
          <a:prstGeom prst="arc">
            <a:avLst/>
          </a:prstGeom>
          <a:solidFill>
            <a:srgbClr val="111827">
              <a:alpha val="0"/>
            </a:srgbClr>
          </a:solidFill>
          <a:ln w="1016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第13课完成标准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能口述三级考点地图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12题限时完成并订正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6题按个人弱项分层完成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形成自己的检查清单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三级知识地图：函数与递归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声明、定义、调用、返回值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值传递、引用传递、作用域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终止、缩小、返回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检查所有返回路径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三级知识地图：字符数组与库函数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容量要给\0留位置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strlen、strcpy、strcat、strcmp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大小写、数字与类别统计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先验容量，再复制拼接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三级知识地图：数学函数与类型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sqrt、pow、abs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floor、ceil、round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整数除法与浮点除法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浮点找候选，整数再核对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三级知识地图：枚举与模拟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列全候选，逐个验证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用顺序限制减少重复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事件驱动，按序更新状态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明确终止条件和输出时机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三级知识地图：数组、二维与边界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合法下标0到n-1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行列含义不要交换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先判坐标，再访问数组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最小、非方阵、边角位置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错题清库：四类原因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回到定义并做同考点题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补最小、最大、特殊数据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按变量表逐步模拟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核对空格、换行和顺序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个人分层：今天只攻最薄弱的一层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函数、类型、循环边界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递归、字符数组、枚举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模拟、二维、综合调试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连续两题独立A再升级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例题复盘：完全平方数检查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 = (int)sqrt(n);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ok = 1LL * r * r == n;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不要把浮点近似直接当作整数结论。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例题复盘：字符扫描状态表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长度  大写  小写  数字  其他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0     0     0     0     0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先定义状态含义，再决定每种字符如何更新，最后统一判断。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最终限时卷执行顺序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卡住时记录卡点并切换题目，不让一道题吞掉整场时间。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客观题答题法：写依据，不凭感觉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写初值和每步变化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明确合法范围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先判断运算类型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用反例检查结论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最终客观题 1—4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模拟法解决问题时，最先应明确什么？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0上1右2下3左时，顺时针转向可写dir=(dir+1)%4。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模拟程序只测试普通数据即可，边界状态不影响答案。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访问n行m列矩阵所有元素，正确循环范围是？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A：模拟的核心是定义状态、操作和更新顺序。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T：加1并取模形成循环方向。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F：初始即结束、越界、并列等边界常决定正确性。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A：行下标0到n-1，列下标0到m-1。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最终客观题 5—8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顺时针旋转时，原位置(i,j)常映射到？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访问相邻格前必须先判断新行列是否在矩阵范围内。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计算较大整数的精确平方时，可以始终放心地用`pow(x,2)`代替`x*x`。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表达式`(double)7/2`的值是（ ）。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最终客观题 9—12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递归函数必须有可达的终止条件，并且每次调用应更接近终止条件。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函数声明`int f(int x);`能够告诉编译器什么？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字符数组`char s[]="cat";`的`strlen(s)`是（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判断两个C风格字符串内容是否相等，应使用（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T：这是递归能够停止的两个基本条件。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A：声明提供函数签名，使调用处能够通过编译。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最终6道编程题：按弱项分层清库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每题完整题面和评测都从 Learn 跳转进入。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最终编程题 1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函数与数位分解。完整题面与评测请在Learn打开。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最终编程题 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递归终止与状态关系。完整题面与评测请在Learn打开。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最终编程题 3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字符数组与类别状态。完整题面与评测请在Learn打开。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最终编程题 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数学函数与枚举。完整题面与评测请在Learn打开。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最终编程题 5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模拟与状态更新。完整题面与评测请在Learn打开。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最终编程题 6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二维坐标与边界。完整题面与评测请在Learn打开。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考前个人检查卡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头文件、分号、变量名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最小、边界、特殊值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数组、循环、整数溢出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内容、顺序、格式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课程结束：带走一套稳定得分流程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目标不是做更难，而是在电子学会三级范围内稳定、完整、少失误。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最终冲刺：把会做变成稳定得分</dc:title>
  <dc:subject>lesson-13</dc:subject>
  <dc:creator>PilotDeck</dc:creator>
  <cp:lastModifiedBy>PilotDeck</cp:lastModifiedBy>
  <cp:revision>1</cp:revision>
  <dcterms:created xsi:type="dcterms:W3CDTF">2026-08-08T08:07:48Z</dcterms:created>
  <dcterms:modified xsi:type="dcterms:W3CDTF">2026-08-08T08:07:48Z</dcterms:modified>
</cp:coreProperties>
</file>