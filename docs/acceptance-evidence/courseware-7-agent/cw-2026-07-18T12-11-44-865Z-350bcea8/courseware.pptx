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lotDeck Slid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lotDeck Slid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lotDeck Slid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lotDeck Slid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lotDeck Slid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lotDeck Slid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lotDeck Slid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lotDeck Slid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lotDeck Slid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lotDeck Slid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lotDeck Slid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ilotDeck">
  <a:themeElements>
    <a:clrScheme name="PilotDeck">
      <a:dk1>
        <a:srgbClr val="111827"/>
      </a:dk1>
      <a:lt1>
        <a:srgbClr val="FFFFFF"/>
      </a:lt1>
      <a:dk2>
        <a:srgbClr val="374151"/>
      </a:dk2>
      <a:lt2>
        <a:srgbClr val="F3F4F6"/>
      </a:lt2>
      <a:accent1>
        <a:srgbClr val="EA580C"/>
      </a:accent1>
      <a:accent2>
        <a:srgbClr val="0F766E"/>
      </a:accent2>
      <a:accent3>
        <a:srgbClr val="2563EB"/>
      </a:accent3>
      <a:accent4>
        <a:srgbClr val="7C3AED"/>
      </a:accent4>
      <a:accent5>
        <a:srgbClr val="CA8A04"/>
      </a:accent5>
      <a:accent6>
        <a:srgbClr val="DC2626"/>
      </a:accent6>
      <a:hlink>
        <a:srgbClr val="0563C1"/>
      </a:hlink>
      <a:folHlink>
        <a:srgbClr val="954F72"/>
      </a:folHlink>
    </a:clrScheme>
    <a:fontScheme name="PilotDeck">
      <a:majorFont>
        <a:latin typeface="Aptos Display"/>
        <a:ea typeface="Microsoft YaHei"/>
        <a:cs typeface="Arial"/>
      </a:majorFont>
      <a:minorFont>
        <a:latin typeface="Aptos"/>
        <a:ea typeface="Microsoft YaHei"/>
        <a:cs typeface="Arial"/>
      </a:minorFont>
    </a:fontScheme>
    <a:fmtScheme name="PilotDeck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PilotDeck</Application>
  <PresentationFormat>Widescreen</PresentationFormat>
  <Slides>11</Slides>
  <Notes>0</Notes>
  <HiddenSlides>0</HiddenSlides>
  <MMClips>0</MMClips>
  <ScaleCrop>false</ScaleCrop>
  <Company>Tongcheng</Company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变量状态追踪：赋值与顺序执行</dc:title>
  <dc:creator>PilotDeck</dc:creator>
  <cp:lastModifiedBy>PilotDeck</cp:lastModifiedBy>
  <dcterms:created xsi:type="dcterms:W3CDTF">2026-07-18T18:23:08.386Z</dcterms:created>
  <dcterms:modified xsi:type="dcterms:W3CDTF">2026-07-18T18:23:08.386Z</dcterms:modified>
</cp:coreProperties>
</file>